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 ?>
<Relationships xmlns="http://schemas.openxmlformats.org/package/2006/relationships">
    <Relationship Id="rId3" Type="http://schemas.openxmlformats.org/package/2006/relationships/metadata/core-properties" Target="docProps/core.xml" />
    <Relationship Id="rId2" Type="http://schemas.openxmlformats.org/package/2006/relationships/metadata/thumbnail" Target="docProps/thumbnail.jpeg" />
    <Relationship Id="rId1" Type="http://schemas.openxmlformats.org/officeDocument/2006/relationships/officeDocument" Target="ppt/presentation.xml" />
    <Relationship Id="rId4" Type="http://schemas.openxmlformats.org/officeDocument/2006/relationships/extended-properties" Target="docProps/app.xml" />
    <Relationship Id="rId5" Type="http://schemas.openxmlformats.org/officeDocument/2006/relationships/custom-properties" Target="docProps/custom.xml" 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328"/>
  </p:normalViewPr>
  <p:slideViewPr>
    <p:cSldViewPr snapToGrid="0" snapToObjects="1">
      <p:cViewPr varScale="1">
        <p:scale>
          <a:sx n="108" d="100"/>
          <a:sy n="108" d="100"/>
        </p:scale>
        <p:origin x="25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27432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0012680" cy="768096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46304" cy="76809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10896" y="91440"/>
            <a:ext cx="9509760" cy="768096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污染物数据库（曾博义）</a:t>
            </a:r>
          </a:p>
        </p:txBody>
      </p:sp>
      <p:pic>
        <p:nvPicPr>
          <p:cNvPr id="6" name="Picture 5" descr="logo_sjtu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46304"/>
            <a:ext cx="566928" cy="566928"/>
          </a:xfrm>
          <a:prstGeom prst="rect">
            <a:avLst/>
          </a:prstGeom>
        </p:spPr>
      </p:pic>
      <p:pic>
        <p:nvPicPr>
          <p:cNvPr id="7" name="Picture 6" descr="logo_ac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088" y="274320"/>
            <a:ext cx="1051560" cy="27672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442448" y="932688"/>
          <a:ext cx="1554480" cy="1191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新任务</a:t>
                      </a: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808080"/>
                      </a:solidFill>
                    </a:lnL>
                    <a:lnR w="9525" cap="flat" cmpd="sng" algn="ctr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</a:lnT>
                    <a:lnB w="9525" cap="flat" cmpd="sng" algn="ctr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808080"/>
                      </a:solidFill>
                    </a:lnL>
                    <a:lnR w="9525" cap="flat" cmpd="sng" algn="ctr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</a:lnT>
                    <a:lnB w="9525" cap="flat" cmpd="sng" algn="ctr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新功能</a:t>
                      </a: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808080"/>
                      </a:solidFill>
                    </a:lnL>
                    <a:lnR w="9525" cap="flat" cmpd="sng" algn="ctr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</a:lnT>
                    <a:lnB w="9525" cap="flat" cmpd="sng" algn="ctr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808080"/>
                      </a:solidFill>
                    </a:lnL>
                    <a:lnR w="9525" cap="flat" cmpd="sng" algn="ctr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</a:lnT>
                    <a:lnB w="9525" cap="flat" cmpd="sng" algn="ctr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新指标</a:t>
                      </a: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808080"/>
                      </a:solidFill>
                    </a:lnL>
                    <a:lnR w="9525" cap="flat" cmpd="sng" algn="ctr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</a:lnT>
                    <a:lnB w="9525" cap="flat" cmpd="sng" algn="ctr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808080"/>
                      </a:solidFill>
                    </a:lnL>
                    <a:lnR w="9525" cap="flat" cmpd="sng" algn="ctr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</a:lnT>
                    <a:lnB w="9525" cap="flat" cmpd="sng" algn="ctr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新调研</a:t>
                      </a: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808080"/>
                      </a:solidFill>
                    </a:lnL>
                    <a:lnR w="9525" cap="flat" cmpd="sng" algn="ctr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</a:lnT>
                    <a:lnB w="9525" cap="flat" cmpd="sng" algn="ctr">
                      <a:solidFill>
                        <a:srgbClr val="808080"/>
                      </a:solidFill>
                    </a:lnB>
                    <a:solidFill>
                      <a:srgbClr val="FFF3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√</a:t>
                      </a: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808080"/>
                      </a:solidFill>
                    </a:lnL>
                    <a:lnR w="9525" cap="flat" cmpd="sng" algn="ctr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</a:lnT>
                    <a:lnB w="9525" cap="flat" cmpd="sng" algn="ctr">
                      <a:solidFill>
                        <a:srgbClr val="808080"/>
                      </a:solidFill>
                    </a:lnB>
                    <a:solidFill>
                      <a:srgbClr val="FFF3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182880" y="932688"/>
            <a:ext cx="10104120" cy="73152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0200" y="841243"/>
            <a:ext cx="9966960" cy="60529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b="1" i="0" dirty="0" err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本周增量</a:t>
            </a:r>
            <a:r>
              <a:rPr b="1" i="0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lang="zh-CN" altLang="en-US" b="0" i="0" dirty="0">
                <a:solidFill>
                  <a:srgbClr val="20242E"/>
                </a:solidFill>
                <a:latin typeface="Microsoft YaHei"/>
                <a:ea typeface="Microsoft YaHei"/>
                <a:cs typeface="Microsoft YaHei"/>
              </a:rPr>
              <a:t>调研了</a:t>
            </a:r>
            <a:r>
              <a:rPr lang="en-US" altLang="zh-CN" b="0" i="0" dirty="0">
                <a:solidFill>
                  <a:srgbClr val="20242E"/>
                </a:solidFill>
                <a:latin typeface="Microsoft YaHei"/>
                <a:ea typeface="Microsoft YaHei"/>
                <a:cs typeface="Microsoft YaHei"/>
              </a:rPr>
              <a:t>Nature</a:t>
            </a:r>
            <a:r>
              <a:rPr lang="zh-CN" altLang="en-US" b="0" i="0" dirty="0">
                <a:solidFill>
                  <a:srgbClr val="20242E"/>
                </a:solidFill>
                <a:latin typeface="Microsoft YaHei"/>
                <a:ea typeface="Microsoft YaHei"/>
                <a:cs typeface="Microsoft YaHei"/>
              </a:rPr>
              <a:t>子刊等非</a:t>
            </a:r>
            <a:r>
              <a:rPr lang="en-US" altLang="zh-CN" b="0" i="0" dirty="0">
                <a:solidFill>
                  <a:srgbClr val="20242E"/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lang="zh-CN" altLang="en-US" b="0" i="0" dirty="0">
                <a:solidFill>
                  <a:srgbClr val="20242E"/>
                </a:solidFill>
                <a:latin typeface="Microsoft YaHei"/>
                <a:ea typeface="Microsoft YaHei"/>
                <a:cs typeface="Microsoft YaHei"/>
              </a:rPr>
              <a:t>会议上</a:t>
            </a:r>
            <a:r>
              <a:rPr b="0" i="0" dirty="0" err="1">
                <a:solidFill>
                  <a:srgbClr val="20242E"/>
                </a:solidFill>
                <a:latin typeface="Microsoft YaHei"/>
                <a:ea typeface="Microsoft YaHei"/>
                <a:cs typeface="Microsoft YaHei"/>
              </a:rPr>
              <a:t>关系预测的相关工作</a:t>
            </a:r>
            <a:r>
              <a:rPr b="0" i="0" dirty="0">
                <a:solidFill>
                  <a:srgbClr val="20242E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altLang="en-US" b="0" i="0" dirty="0">
                <a:solidFill>
                  <a:srgbClr val="20242E"/>
                </a:solidFill>
                <a:latin typeface="Microsoft YaHei"/>
                <a:ea typeface="Microsoft YaHei"/>
                <a:cs typeface="Microsoft YaHei"/>
              </a:rPr>
              <a:t>统计了需要做的</a:t>
            </a:r>
            <a:r>
              <a:rPr b="0" i="0" dirty="0" err="1">
                <a:solidFill>
                  <a:srgbClr val="20242E"/>
                </a:solidFill>
                <a:latin typeface="Microsoft YaHei"/>
                <a:ea typeface="Microsoft YaHei"/>
                <a:cs typeface="Microsoft YaHei"/>
              </a:rPr>
              <a:t>实验</a:t>
            </a:r>
            <a:r>
              <a:rPr lang="zh-CN" altLang="en-US" dirty="0">
                <a:solidFill>
                  <a:srgbClr val="20242E"/>
                </a:solidFill>
                <a:latin typeface="Microsoft YaHei"/>
                <a:ea typeface="Microsoft YaHei"/>
                <a:cs typeface="Microsoft YaHei"/>
              </a:rPr>
              <a:t>；修复了链接无法跳转的</a:t>
            </a:r>
            <a:r>
              <a:rPr lang="en-US" altLang="zh-CN">
                <a:solidFill>
                  <a:srgbClr val="20242E"/>
                </a:solidFill>
                <a:latin typeface="Microsoft YaHei"/>
                <a:ea typeface="Microsoft YaHei"/>
                <a:cs typeface="Microsoft YaHei"/>
              </a:rPr>
              <a:t>bug</a:t>
            </a:r>
            <a:endParaRPr b="0" i="0" dirty="0">
              <a:solidFill>
                <a:srgbClr val="20242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3504" y="2242481"/>
            <a:ext cx="5532120" cy="328295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1500" b="1" i="0" dirty="0">
                <a:latin typeface="Microsoft YaHei"/>
                <a:ea typeface="Microsoft YaHei"/>
                <a:cs typeface="Microsoft YaHei"/>
              </a:rPr>
              <a:t>1</a:t>
            </a:r>
            <a:r>
              <a:rPr lang="en-US" altLang="zh-CN" sz="1500" b="1" dirty="0">
                <a:latin typeface="Microsoft YaHei"/>
                <a:ea typeface="Microsoft YaHei"/>
                <a:cs typeface="Microsoft YaHei"/>
              </a:rPr>
              <a:t>. </a:t>
            </a:r>
            <a:r>
              <a:rPr b="1" i="0" dirty="0" err="1">
                <a:latin typeface="Microsoft YaHei"/>
                <a:ea typeface="Microsoft YaHei"/>
                <a:cs typeface="Microsoft YaHei"/>
              </a:rPr>
              <a:t>新调研的相关工作</a:t>
            </a:r>
            <a:endParaRPr b="1" i="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8912" y="2633472"/>
            <a:ext cx="5477256" cy="254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2743200"/>
            <a:ext cx="5422392" cy="2959785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dirty="0">
                <a:latin typeface="Microsoft YaHei"/>
                <a:ea typeface="Microsoft YaHei"/>
                <a:cs typeface="Microsoft YaHei"/>
              </a:rPr>
              <a:t>• </a:t>
            </a:r>
            <a:r>
              <a:rPr sz="1600" b="1" i="0" dirty="0" err="1">
                <a:latin typeface="Microsoft YaHei"/>
                <a:ea typeface="Microsoft YaHei"/>
                <a:cs typeface="Microsoft YaHei"/>
              </a:rPr>
              <a:t>DREAMwalk（Nat</a:t>
            </a:r>
            <a:r>
              <a:rPr sz="1600" b="1" i="0" dirty="0">
                <a:latin typeface="Microsoft YaHei"/>
                <a:ea typeface="Microsoft YaHei"/>
                <a:cs typeface="Microsoft YaHei"/>
              </a:rPr>
              <a:t>. Commun. 2023）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dirty="0">
                <a:latin typeface="Microsoft YaHei"/>
                <a:ea typeface="Microsoft YaHei"/>
                <a:cs typeface="Microsoft YaHei"/>
              </a:rPr>
              <a:t>   </a:t>
            </a:r>
            <a:r>
              <a:rPr sz="1400" b="0" i="0" dirty="0" err="1">
                <a:latin typeface="Microsoft YaHei"/>
                <a:ea typeface="Microsoft YaHei"/>
                <a:cs typeface="Microsoft YaHei"/>
              </a:rPr>
              <a:t>知识图谱</a:t>
            </a:r>
            <a:r>
              <a:rPr sz="1400" b="0" i="0" dirty="0">
                <a:latin typeface="Microsoft YaHei"/>
                <a:ea typeface="Microsoft YaHei"/>
                <a:cs typeface="Microsoft YaHei"/>
              </a:rPr>
              <a:t> + </a:t>
            </a:r>
            <a:r>
              <a:rPr sz="1400" b="0" i="0" dirty="0" err="1">
                <a:latin typeface="Microsoft YaHei"/>
                <a:ea typeface="Microsoft YaHei"/>
                <a:cs typeface="Microsoft YaHei"/>
              </a:rPr>
              <a:t>随机游走预测药物</a:t>
            </a:r>
            <a:r>
              <a:rPr sz="1400" b="0" i="0" dirty="0">
                <a:latin typeface="Microsoft YaHei"/>
                <a:ea typeface="Microsoft YaHei"/>
                <a:cs typeface="Microsoft YaHei"/>
              </a:rPr>
              <a:t>–</a:t>
            </a:r>
            <a:r>
              <a:rPr sz="1400" b="0" i="0" dirty="0" err="1">
                <a:latin typeface="Microsoft YaHei"/>
                <a:ea typeface="Microsoft YaHei"/>
                <a:cs typeface="Microsoft YaHei"/>
              </a:rPr>
              <a:t>疾病，并用体外实验验证新预测</a:t>
            </a:r>
            <a:r>
              <a:rPr sz="1400" b="0" i="0" dirty="0"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dirty="0">
                <a:latin typeface="Microsoft YaHei"/>
                <a:ea typeface="Microsoft YaHei"/>
                <a:cs typeface="Microsoft YaHei"/>
              </a:rPr>
              <a:t>   </a:t>
            </a:r>
            <a:r>
              <a:rPr sz="1200" b="0" i="0" dirty="0" err="1">
                <a:latin typeface="Microsoft YaHei"/>
                <a:ea typeface="Microsoft YaHei"/>
                <a:cs typeface="Microsoft YaHei"/>
              </a:rPr>
              <a:t>借鉴：新预测要有独立验证，不只看准确率</a:t>
            </a:r>
            <a:endParaRPr sz="1200" b="0" i="0" dirty="0"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200" b="0" i="0" dirty="0"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dirty="0">
                <a:latin typeface="Microsoft YaHei"/>
                <a:ea typeface="Microsoft YaHei"/>
                <a:cs typeface="Microsoft YaHei"/>
              </a:rPr>
              <a:t>• </a:t>
            </a:r>
            <a:r>
              <a:rPr sz="1600" b="1" i="0" dirty="0" err="1">
                <a:latin typeface="Microsoft YaHei"/>
                <a:ea typeface="Microsoft YaHei"/>
                <a:cs typeface="Microsoft YaHei"/>
              </a:rPr>
              <a:t>REDDA（Comput</a:t>
            </a:r>
            <a:r>
              <a:rPr sz="1600" b="1" i="0" dirty="0">
                <a:latin typeface="Microsoft YaHei"/>
                <a:ea typeface="Microsoft YaHei"/>
                <a:cs typeface="Microsoft YaHei"/>
              </a:rPr>
              <a:t>. Biol. Med. 2022）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dirty="0">
                <a:latin typeface="Microsoft YaHei"/>
                <a:ea typeface="Microsoft YaHei"/>
                <a:cs typeface="Microsoft YaHei"/>
              </a:rPr>
              <a:t>   </a:t>
            </a:r>
            <a:r>
              <a:rPr sz="1400" b="0" i="0" dirty="0" err="1">
                <a:latin typeface="Microsoft YaHei"/>
                <a:ea typeface="Microsoft YaHei"/>
                <a:cs typeface="Microsoft YaHei"/>
              </a:rPr>
              <a:t>异构图神经网络整合多种生物关系做药</a:t>
            </a:r>
            <a:r>
              <a:rPr sz="1400" b="0" i="0" dirty="0">
                <a:latin typeface="Microsoft YaHei"/>
                <a:ea typeface="Microsoft YaHei"/>
                <a:cs typeface="Microsoft YaHei"/>
              </a:rPr>
              <a:t>–</a:t>
            </a:r>
            <a:r>
              <a:rPr sz="1400" b="0" i="0" dirty="0" err="1">
                <a:latin typeface="Microsoft YaHei"/>
                <a:ea typeface="Microsoft YaHei"/>
                <a:cs typeface="Microsoft YaHei"/>
              </a:rPr>
              <a:t>病预测</a:t>
            </a:r>
            <a:r>
              <a:rPr sz="1400" b="0" i="0" dirty="0"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dirty="0">
                <a:latin typeface="Microsoft YaHei"/>
                <a:ea typeface="Microsoft YaHei"/>
                <a:cs typeface="Microsoft YaHei"/>
              </a:rPr>
              <a:t>   </a:t>
            </a:r>
            <a:r>
              <a:rPr sz="1200" b="0" i="0" dirty="0" err="1">
                <a:latin typeface="Microsoft YaHei"/>
                <a:ea typeface="Microsoft YaHei"/>
                <a:cs typeface="Microsoft YaHei"/>
              </a:rPr>
              <a:t>借鉴：配疾病案例</a:t>
            </a:r>
            <a:endParaRPr sz="1200" b="0" i="0" dirty="0"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200" b="0" i="0" dirty="0"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dirty="0">
                <a:latin typeface="Microsoft YaHei"/>
                <a:ea typeface="Microsoft YaHei"/>
                <a:cs typeface="Microsoft YaHei"/>
              </a:rPr>
              <a:t>• </a:t>
            </a:r>
            <a:r>
              <a:rPr sz="1600" b="1" i="0" dirty="0" err="1">
                <a:latin typeface="Microsoft YaHei"/>
                <a:ea typeface="Microsoft YaHei"/>
                <a:cs typeface="Microsoft YaHei"/>
              </a:rPr>
              <a:t>网络毒理学</a:t>
            </a:r>
            <a:r>
              <a:rPr sz="1600" b="1" i="0" dirty="0">
                <a:latin typeface="Microsoft YaHei"/>
                <a:ea typeface="Microsoft YaHei"/>
                <a:cs typeface="Microsoft YaHei"/>
              </a:rPr>
              <a:t> + 孟德尔随机化（2025）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dirty="0">
                <a:latin typeface="Microsoft YaHei"/>
                <a:ea typeface="Microsoft YaHei"/>
                <a:cs typeface="Microsoft YaHei"/>
              </a:rPr>
              <a:t>   「</a:t>
            </a:r>
            <a:r>
              <a:rPr sz="1400" b="0" i="0" dirty="0" err="1">
                <a:latin typeface="Microsoft YaHei"/>
                <a:ea typeface="Microsoft YaHei"/>
                <a:cs typeface="Microsoft YaHei"/>
              </a:rPr>
              <a:t>化学→基因→疾病」机制链</a:t>
            </a:r>
            <a:r>
              <a:rPr sz="1400" b="0" i="0" dirty="0">
                <a:latin typeface="Microsoft YaHei"/>
                <a:ea typeface="Microsoft YaHei"/>
                <a:cs typeface="Microsoft YaHei"/>
              </a:rPr>
              <a:t> + </a:t>
            </a:r>
            <a:r>
              <a:rPr sz="1400" b="0" i="0" dirty="0" err="1">
                <a:latin typeface="Microsoft YaHei"/>
                <a:ea typeface="Microsoft YaHei"/>
                <a:cs typeface="Microsoft YaHei"/>
              </a:rPr>
              <a:t>因果验证（以三氯生为例</a:t>
            </a:r>
            <a:r>
              <a:rPr sz="1400" b="0" i="0" dirty="0">
                <a:latin typeface="Microsoft YaHei"/>
                <a:ea typeface="Microsoft YaHei"/>
                <a:cs typeface="Microsoft YaHei"/>
              </a:rPr>
              <a:t>）。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dirty="0">
                <a:latin typeface="Microsoft YaHei"/>
                <a:ea typeface="Microsoft YaHei"/>
                <a:cs typeface="Microsoft YaHei"/>
              </a:rPr>
              <a:t>   </a:t>
            </a:r>
            <a:r>
              <a:rPr sz="1200" b="0" i="0" dirty="0" err="1">
                <a:latin typeface="Microsoft YaHei"/>
                <a:ea typeface="Microsoft YaHei"/>
                <a:cs typeface="Microsoft YaHei"/>
              </a:rPr>
              <a:t>借鉴：预测可用基因通路解释、并做因果佐证</a:t>
            </a:r>
            <a:endParaRPr sz="1200" b="0" i="0" dirty="0"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000" b="0" i="0" dirty="0"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000" b="0" i="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73952" y="2231136"/>
            <a:ext cx="5330952" cy="328295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b="1" i="0" dirty="0">
                <a:latin typeface="Microsoft YaHei"/>
                <a:ea typeface="Microsoft YaHei"/>
                <a:cs typeface="Microsoft YaHei"/>
              </a:rPr>
              <a:t>2. </a:t>
            </a:r>
            <a:r>
              <a:rPr b="1" i="0" dirty="0" err="1">
                <a:latin typeface="Microsoft YaHei"/>
                <a:ea typeface="Microsoft YaHei"/>
                <a:cs typeface="Microsoft YaHei"/>
              </a:rPr>
              <a:t>需要补的实验</a:t>
            </a:r>
            <a:endParaRPr b="1" i="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73952" y="2633472"/>
            <a:ext cx="5276088" cy="25400"/>
          </a:xfrm>
          <a:prstGeom prst="rect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528" y="2743200"/>
            <a:ext cx="5221224" cy="223651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b="1" i="0" dirty="0" err="1">
                <a:latin typeface="Microsoft YaHei"/>
                <a:ea typeface="Microsoft YaHei"/>
                <a:cs typeface="Microsoft YaHei"/>
              </a:rPr>
              <a:t>机制验证</a:t>
            </a:r>
            <a:endParaRPr b="1" i="0" dirty="0"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dirty="0">
                <a:latin typeface="Microsoft YaHei"/>
                <a:ea typeface="Microsoft YaHei"/>
                <a:cs typeface="Microsoft YaHei"/>
              </a:rPr>
              <a:t>     </a:t>
            </a:r>
            <a:r>
              <a:rPr sz="1600" b="0" i="0" dirty="0" err="1">
                <a:latin typeface="Microsoft YaHei"/>
                <a:ea typeface="Microsoft YaHei"/>
                <a:cs typeface="Microsoft YaHei"/>
              </a:rPr>
              <a:t>用已有「基因</a:t>
            </a:r>
            <a:r>
              <a:rPr sz="1600" b="0" i="0" dirty="0">
                <a:latin typeface="Microsoft YaHei"/>
                <a:ea typeface="Microsoft YaHei"/>
                <a:cs typeface="Microsoft YaHei"/>
              </a:rPr>
              <a:t>–</a:t>
            </a:r>
            <a:r>
              <a:rPr sz="1600" b="0" i="0" dirty="0" err="1">
                <a:latin typeface="Microsoft YaHei"/>
                <a:ea typeface="Microsoft YaHei"/>
                <a:cs typeface="Microsoft YaHei"/>
              </a:rPr>
              <a:t>疾病」数据，看预测的化学</a:t>
            </a:r>
            <a:r>
              <a:rPr sz="1600" b="0" i="0" dirty="0">
                <a:latin typeface="Microsoft YaHei"/>
                <a:ea typeface="Microsoft YaHei"/>
                <a:cs typeface="Microsoft YaHei"/>
              </a:rPr>
              <a:t>–</a:t>
            </a:r>
            <a:r>
              <a:rPr sz="1600" b="0" i="0" dirty="0" err="1">
                <a:latin typeface="Microsoft YaHei"/>
                <a:ea typeface="Microsoft YaHei"/>
                <a:cs typeface="Microsoft YaHei"/>
              </a:rPr>
              <a:t>疾病对能否通过某个基因连起来（化学→基因→疾病</a:t>
            </a:r>
            <a:r>
              <a:rPr sz="1600" b="0" i="0" dirty="0">
                <a:latin typeface="Microsoft YaHei"/>
                <a:ea typeface="Microsoft YaHei"/>
                <a:cs typeface="Microsoft YaHei"/>
              </a:rPr>
              <a:t>），</a:t>
            </a:r>
            <a:r>
              <a:rPr sz="1600" b="0" i="0" dirty="0" err="1">
                <a:latin typeface="Microsoft YaHei"/>
                <a:ea typeface="Microsoft YaHei"/>
                <a:cs typeface="Microsoft YaHei"/>
              </a:rPr>
              <a:t>统计有通路支撑的比例</a:t>
            </a:r>
            <a:r>
              <a:rPr sz="1600" b="0" i="0" dirty="0"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sz="1600" b="0" i="0" dirty="0">
              <a:latin typeface="Microsoft YaHei"/>
              <a:ea typeface="Microsoft YaHei"/>
              <a:cs typeface="Microsoft YaHei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b="1" i="0" dirty="0" err="1">
                <a:latin typeface="Microsoft YaHei"/>
                <a:ea typeface="Microsoft YaHei"/>
                <a:cs typeface="Microsoft YaHei"/>
              </a:rPr>
              <a:t>案例检查</a:t>
            </a:r>
            <a:endParaRPr b="1" i="0" dirty="0"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1600" b="0" i="0" dirty="0">
                <a:latin typeface="Microsoft YaHei"/>
                <a:ea typeface="Microsoft YaHei"/>
                <a:cs typeface="Microsoft YaHei"/>
              </a:rPr>
              <a:t>  </a:t>
            </a:r>
            <a:r>
              <a:rPr sz="1600" b="0" i="0" dirty="0">
                <a:latin typeface="Microsoft YaHei"/>
                <a:ea typeface="Microsoft YaHei"/>
                <a:cs typeface="Microsoft YaHei"/>
              </a:rPr>
              <a:t>  </a:t>
            </a:r>
            <a:r>
              <a:rPr sz="1600" b="0" i="0" dirty="0" err="1">
                <a:latin typeface="Microsoft YaHei"/>
                <a:ea typeface="Microsoft YaHei"/>
                <a:cs typeface="Microsoft YaHei"/>
              </a:rPr>
              <a:t>挑几个高分预测，逐条看基因通路</a:t>
            </a:r>
            <a:r>
              <a:rPr sz="1600" b="0" i="0" dirty="0">
                <a:latin typeface="Microsoft YaHei"/>
                <a:ea typeface="Microsoft YaHei"/>
                <a:cs typeface="Microsoft YaHei"/>
              </a:rPr>
              <a:t> + </a:t>
            </a:r>
            <a:r>
              <a:rPr sz="1600" b="0" i="0" dirty="0" err="1">
                <a:latin typeface="Microsoft YaHei"/>
                <a:ea typeface="Microsoft YaHei"/>
                <a:cs typeface="Microsoft YaHei"/>
              </a:rPr>
              <a:t>文献是否支持，讲清楚</a:t>
            </a:r>
            <a:r>
              <a:rPr sz="1600" b="0" i="0" dirty="0">
                <a:latin typeface="Microsoft YaHei"/>
                <a:ea typeface="Microsoft YaHei"/>
                <a:cs typeface="Microsoft YaHei"/>
              </a:rPr>
              <a:t> 2–3 </a:t>
            </a:r>
            <a:r>
              <a:rPr sz="1600" b="0" i="0" dirty="0" err="1">
                <a:latin typeface="Microsoft YaHei"/>
                <a:ea typeface="Microsoft YaHei"/>
                <a:cs typeface="Microsoft YaHei"/>
              </a:rPr>
              <a:t>个例子</a:t>
            </a:r>
            <a:r>
              <a:rPr sz="1600" b="0" i="0" dirty="0"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6407490"/>
            <a:ext cx="11795760" cy="297517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dirty="0" err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下周计划：</a:t>
            </a:r>
            <a:r>
              <a:rPr sz="1600" b="0" i="0" dirty="0" err="1">
                <a:solidFill>
                  <a:srgbClr val="20242E"/>
                </a:solidFill>
                <a:latin typeface="Microsoft YaHei"/>
                <a:ea typeface="Microsoft YaHei"/>
                <a:cs typeface="Microsoft YaHei"/>
              </a:rPr>
              <a:t>用基因数据统计</a:t>
            </a:r>
            <a:r>
              <a:rPr sz="1600" b="0" i="0" dirty="0">
                <a:solidFill>
                  <a:srgbClr val="20242E"/>
                </a:solidFill>
                <a:latin typeface="Microsoft YaHei"/>
                <a:ea typeface="Microsoft YaHei"/>
                <a:cs typeface="Microsoft YaHei"/>
              </a:rPr>
              <a:t> top </a:t>
            </a:r>
            <a:r>
              <a:rPr sz="1600" b="0" i="0" dirty="0" err="1">
                <a:solidFill>
                  <a:srgbClr val="20242E"/>
                </a:solidFill>
                <a:latin typeface="Microsoft YaHei"/>
                <a:ea typeface="Microsoft YaHei"/>
                <a:cs typeface="Microsoft YaHei"/>
              </a:rPr>
              <a:t>预测中「化学→基因→疾病」通路的支撑比例</a:t>
            </a:r>
            <a:endParaRPr sz="1600" b="0" i="0" dirty="0">
              <a:solidFill>
                <a:srgbClr val="20242E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9613</TotalTime>
  <Words>162</Words>
  <Application>Microsoft Macintosh PowerPoint</Application>
  <PresentationFormat>宽屏</PresentationFormat>
  <Paragraphs>26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蓝猩</cp:lastModifiedBy>
  <cp:revision>3</cp:revision>
  <dcterms:created xsi:type="dcterms:W3CDTF">2013-01-27T09:14:16Z</dcterms:created>
  <dcterms:modified xsi:type="dcterms:W3CDTF">2026-07-19T08:24:14Z</dcterms:modified>
  <cp:category/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name="CWM87c91d10c7ad11f1b3b4e5b933b4e5b9" pid="2" fmtid="{D5CDD505-2E9C-101B-9397-08002B2CF9AE}">
    <vt:lpwstr>CWMiry79zjke+ZSGBWWy30sRRGx9+mbKECkD3EAUvxLKFMvV5Ksgc/GbpwXsR302B/G3c5PEFEpje2gLZ+kymv2dA==</vt:lpwstr>
  </property>
</Properties>
</file>